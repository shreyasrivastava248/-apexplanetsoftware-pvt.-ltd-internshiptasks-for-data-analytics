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6" r:id="rId15"/>
    <p:sldId id="31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82"/>
  </p:normalViewPr>
  <p:slideViewPr>
    <p:cSldViewPr snapToGrid="0">
      <p:cViewPr>
        <p:scale>
          <a:sx n="50" d="100"/>
          <a:sy n="50" d="100"/>
        </p:scale>
        <p:origin x="1284" y="380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238D6C-21A7-4070-8646-05E15C73061D}" type="doc">
      <dgm:prSet loTypeId="urn:microsoft.com/office/officeart/2005/8/layout/default" loCatId="list" qsTypeId="urn:microsoft.com/office/officeart/2005/8/quickstyle/simple5" qsCatId="simple" csTypeId="urn:microsoft.com/office/officeart/2005/8/colors/accent6_5" csCatId="accent6" phldr="1"/>
      <dgm:spPr/>
      <dgm:t>
        <a:bodyPr/>
        <a:lstStyle/>
        <a:p>
          <a:endParaRPr lang="en-US"/>
        </a:p>
      </dgm:t>
    </dgm:pt>
    <dgm:pt modelId="{4022628C-02F0-4A50-AAC4-656AC60499D8}">
      <dgm:prSet phldrT="[Text]" custT="1"/>
      <dgm:spPr/>
      <dgm:t>
        <a:bodyPr/>
        <a:lstStyle/>
        <a:p>
          <a:r>
            <a:rPr lang="en-US" sz="2800" dirty="0"/>
            <a:t>Performed  exploratory data analysis</a:t>
          </a:r>
        </a:p>
      </dgm:t>
    </dgm:pt>
    <dgm:pt modelId="{36D56E56-14C3-4631-90AD-94F55344EE22}" type="parTrans" cxnId="{5CFCCA81-A8EB-4497-ACBA-1BD0947BB988}">
      <dgm:prSet/>
      <dgm:spPr/>
      <dgm:t>
        <a:bodyPr/>
        <a:lstStyle/>
        <a:p>
          <a:endParaRPr lang="en-US"/>
        </a:p>
      </dgm:t>
    </dgm:pt>
    <dgm:pt modelId="{E3C112BF-E8AD-4425-91FD-2024BE30FD0D}" type="sibTrans" cxnId="{5CFCCA81-A8EB-4497-ACBA-1BD0947BB988}">
      <dgm:prSet/>
      <dgm:spPr/>
      <dgm:t>
        <a:bodyPr/>
        <a:lstStyle/>
        <a:p>
          <a:endParaRPr lang="en-US"/>
        </a:p>
      </dgm:t>
    </dgm:pt>
    <dgm:pt modelId="{FE3E2C7B-93CC-4777-9ECB-7437F7D5E4B5}">
      <dgm:prSet phldrT="[Text]" custT="1"/>
      <dgm:spPr/>
      <dgm:t>
        <a:bodyPr/>
        <a:lstStyle/>
        <a:p>
          <a:r>
            <a:rPr lang="en-US" sz="2800" dirty="0"/>
            <a:t>Identified patterns and trends in data</a:t>
          </a:r>
        </a:p>
      </dgm:t>
    </dgm:pt>
    <dgm:pt modelId="{26DCD8A8-2948-43F0-AA21-A3221A2A3786}" type="parTrans" cxnId="{E513B0A7-CA61-41C0-A4F1-5EEB13216A41}">
      <dgm:prSet/>
      <dgm:spPr/>
      <dgm:t>
        <a:bodyPr/>
        <a:lstStyle/>
        <a:p>
          <a:endParaRPr lang="en-US"/>
        </a:p>
      </dgm:t>
    </dgm:pt>
    <dgm:pt modelId="{BA063A91-FECD-43D5-A8C5-0F7F1F02775B}" type="sibTrans" cxnId="{E513B0A7-CA61-41C0-A4F1-5EEB13216A41}">
      <dgm:prSet/>
      <dgm:spPr/>
      <dgm:t>
        <a:bodyPr/>
        <a:lstStyle/>
        <a:p>
          <a:endParaRPr lang="en-US"/>
        </a:p>
      </dgm:t>
    </dgm:pt>
    <dgm:pt modelId="{16F5060E-25B9-4A24-A26F-AD6A6FC8D304}">
      <dgm:prSet phldrT="[Text]" custT="1"/>
      <dgm:spPr/>
      <dgm:t>
        <a:bodyPr/>
        <a:lstStyle/>
        <a:p>
          <a:r>
            <a:rPr lang="en-US" sz="2800" dirty="0"/>
            <a:t>Created charts and graphs for better understanding</a:t>
          </a:r>
        </a:p>
      </dgm:t>
    </dgm:pt>
    <dgm:pt modelId="{82719202-A6FA-4356-9653-107283657D69}" type="parTrans" cxnId="{73C0518E-6A7B-4419-AD4D-F81E8749ED2B}">
      <dgm:prSet/>
      <dgm:spPr/>
      <dgm:t>
        <a:bodyPr/>
        <a:lstStyle/>
        <a:p>
          <a:endParaRPr lang="en-US"/>
        </a:p>
      </dgm:t>
    </dgm:pt>
    <dgm:pt modelId="{E82515B0-4E02-4474-816F-9CE48D178A4F}" type="sibTrans" cxnId="{73C0518E-6A7B-4419-AD4D-F81E8749ED2B}">
      <dgm:prSet/>
      <dgm:spPr/>
      <dgm:t>
        <a:bodyPr/>
        <a:lstStyle/>
        <a:p>
          <a:endParaRPr lang="en-US"/>
        </a:p>
      </dgm:t>
    </dgm:pt>
    <dgm:pt modelId="{2802BD5C-D744-4D1B-A54B-D5FD1ED96AE5}">
      <dgm:prSet phldrT="[Text]" custT="1"/>
      <dgm:spPr/>
      <dgm:t>
        <a:bodyPr/>
        <a:lstStyle/>
        <a:p>
          <a:r>
            <a:rPr lang="en-US" sz="2800" dirty="0"/>
            <a:t>Generated meaningful information</a:t>
          </a:r>
        </a:p>
      </dgm:t>
    </dgm:pt>
    <dgm:pt modelId="{97696FFF-4B83-4DF6-A200-93B3F3B5C0B1}" type="parTrans" cxnId="{B6402D6F-C59E-4634-A5F1-3D944CB2123F}">
      <dgm:prSet/>
      <dgm:spPr/>
      <dgm:t>
        <a:bodyPr/>
        <a:lstStyle/>
        <a:p>
          <a:endParaRPr lang="en-US"/>
        </a:p>
      </dgm:t>
    </dgm:pt>
    <dgm:pt modelId="{FC64970B-2729-4A01-906F-B40A2BB40A53}" type="sibTrans" cxnId="{B6402D6F-C59E-4634-A5F1-3D944CB2123F}">
      <dgm:prSet/>
      <dgm:spPr/>
      <dgm:t>
        <a:bodyPr/>
        <a:lstStyle/>
        <a:p>
          <a:endParaRPr lang="en-US"/>
        </a:p>
      </dgm:t>
    </dgm:pt>
    <dgm:pt modelId="{59866E05-AE49-407A-BDF9-0E05115186D1}" type="pres">
      <dgm:prSet presAssocID="{D7238D6C-21A7-4070-8646-05E15C73061D}" presName="diagram" presStyleCnt="0">
        <dgm:presLayoutVars>
          <dgm:dir/>
          <dgm:resizeHandles val="exact"/>
        </dgm:presLayoutVars>
      </dgm:prSet>
      <dgm:spPr/>
    </dgm:pt>
    <dgm:pt modelId="{62B41510-758F-46D1-A825-61BA12EED32D}" type="pres">
      <dgm:prSet presAssocID="{4022628C-02F0-4A50-AAC4-656AC60499D8}" presName="node" presStyleLbl="node1" presStyleIdx="0" presStyleCnt="4" custScaleX="201025" custLinFactNeighborX="-6047" custLinFactNeighborY="-991">
        <dgm:presLayoutVars>
          <dgm:bulletEnabled val="1"/>
        </dgm:presLayoutVars>
      </dgm:prSet>
      <dgm:spPr/>
    </dgm:pt>
    <dgm:pt modelId="{B1D4C58A-0613-4EB6-8B5B-E76803BA42C1}" type="pres">
      <dgm:prSet presAssocID="{E3C112BF-E8AD-4425-91FD-2024BE30FD0D}" presName="sibTrans" presStyleCnt="0"/>
      <dgm:spPr/>
    </dgm:pt>
    <dgm:pt modelId="{5BF7B6D7-ADCA-49FC-B22D-335BB380DD49}" type="pres">
      <dgm:prSet presAssocID="{FE3E2C7B-93CC-4777-9ECB-7437F7D5E4B5}" presName="node" presStyleLbl="node1" presStyleIdx="1" presStyleCnt="4" custScaleX="189457" custLinFactNeighborX="2508">
        <dgm:presLayoutVars>
          <dgm:bulletEnabled val="1"/>
        </dgm:presLayoutVars>
      </dgm:prSet>
      <dgm:spPr/>
    </dgm:pt>
    <dgm:pt modelId="{690A8555-C286-4200-BA74-622006A8405D}" type="pres">
      <dgm:prSet presAssocID="{BA063A91-FECD-43D5-A8C5-0F7F1F02775B}" presName="sibTrans" presStyleCnt="0"/>
      <dgm:spPr/>
    </dgm:pt>
    <dgm:pt modelId="{5E721853-EC59-44FB-98F0-0FB92F9CBF46}" type="pres">
      <dgm:prSet presAssocID="{16F5060E-25B9-4A24-A26F-AD6A6FC8D304}" presName="node" presStyleLbl="node1" presStyleIdx="2" presStyleCnt="4" custScaleX="207518" custScaleY="97723">
        <dgm:presLayoutVars>
          <dgm:bulletEnabled val="1"/>
        </dgm:presLayoutVars>
      </dgm:prSet>
      <dgm:spPr/>
    </dgm:pt>
    <dgm:pt modelId="{F8C4A17F-F5F8-49FB-8753-F89183308102}" type="pres">
      <dgm:prSet presAssocID="{E82515B0-4E02-4474-816F-9CE48D178A4F}" presName="sibTrans" presStyleCnt="0"/>
      <dgm:spPr/>
    </dgm:pt>
    <dgm:pt modelId="{14FD968F-A92F-4C45-A5F9-23FBCD7C5CA0}" type="pres">
      <dgm:prSet presAssocID="{2802BD5C-D744-4D1B-A54B-D5FD1ED96AE5}" presName="node" presStyleLbl="node1" presStyleIdx="3" presStyleCnt="4" custScaleX="193547">
        <dgm:presLayoutVars>
          <dgm:bulletEnabled val="1"/>
        </dgm:presLayoutVars>
      </dgm:prSet>
      <dgm:spPr/>
    </dgm:pt>
  </dgm:ptLst>
  <dgm:cxnLst>
    <dgm:cxn modelId="{B2A56410-FFC2-4D18-AD4B-1AF91DA64583}" type="presOf" srcId="{FE3E2C7B-93CC-4777-9ECB-7437F7D5E4B5}" destId="{5BF7B6D7-ADCA-49FC-B22D-335BB380DD49}" srcOrd="0" destOrd="0" presId="urn:microsoft.com/office/officeart/2005/8/layout/default"/>
    <dgm:cxn modelId="{B6402D6F-C59E-4634-A5F1-3D944CB2123F}" srcId="{D7238D6C-21A7-4070-8646-05E15C73061D}" destId="{2802BD5C-D744-4D1B-A54B-D5FD1ED96AE5}" srcOrd="3" destOrd="0" parTransId="{97696FFF-4B83-4DF6-A200-93B3F3B5C0B1}" sibTransId="{FC64970B-2729-4A01-906F-B40A2BB40A53}"/>
    <dgm:cxn modelId="{5CFCCA81-A8EB-4497-ACBA-1BD0947BB988}" srcId="{D7238D6C-21A7-4070-8646-05E15C73061D}" destId="{4022628C-02F0-4A50-AAC4-656AC60499D8}" srcOrd="0" destOrd="0" parTransId="{36D56E56-14C3-4631-90AD-94F55344EE22}" sibTransId="{E3C112BF-E8AD-4425-91FD-2024BE30FD0D}"/>
    <dgm:cxn modelId="{73C0518E-6A7B-4419-AD4D-F81E8749ED2B}" srcId="{D7238D6C-21A7-4070-8646-05E15C73061D}" destId="{16F5060E-25B9-4A24-A26F-AD6A6FC8D304}" srcOrd="2" destOrd="0" parTransId="{82719202-A6FA-4356-9653-107283657D69}" sibTransId="{E82515B0-4E02-4474-816F-9CE48D178A4F}"/>
    <dgm:cxn modelId="{E513B0A7-CA61-41C0-A4F1-5EEB13216A41}" srcId="{D7238D6C-21A7-4070-8646-05E15C73061D}" destId="{FE3E2C7B-93CC-4777-9ECB-7437F7D5E4B5}" srcOrd="1" destOrd="0" parTransId="{26DCD8A8-2948-43F0-AA21-A3221A2A3786}" sibTransId="{BA063A91-FECD-43D5-A8C5-0F7F1F02775B}"/>
    <dgm:cxn modelId="{15D1BDDA-FBE5-4663-AD37-5F6A0CA637E5}" type="presOf" srcId="{D7238D6C-21A7-4070-8646-05E15C73061D}" destId="{59866E05-AE49-407A-BDF9-0E05115186D1}" srcOrd="0" destOrd="0" presId="urn:microsoft.com/office/officeart/2005/8/layout/default"/>
    <dgm:cxn modelId="{43AB13EE-48A0-48C2-A055-62C058C33D94}" type="presOf" srcId="{16F5060E-25B9-4A24-A26F-AD6A6FC8D304}" destId="{5E721853-EC59-44FB-98F0-0FB92F9CBF46}" srcOrd="0" destOrd="0" presId="urn:microsoft.com/office/officeart/2005/8/layout/default"/>
    <dgm:cxn modelId="{C5C059FA-D2FC-4EC1-AC91-A98E1A27DE78}" type="presOf" srcId="{4022628C-02F0-4A50-AAC4-656AC60499D8}" destId="{62B41510-758F-46D1-A825-61BA12EED32D}" srcOrd="0" destOrd="0" presId="urn:microsoft.com/office/officeart/2005/8/layout/default"/>
    <dgm:cxn modelId="{40E7B6FC-7561-4D6B-BC86-257148237927}" type="presOf" srcId="{2802BD5C-D744-4D1B-A54B-D5FD1ED96AE5}" destId="{14FD968F-A92F-4C45-A5F9-23FBCD7C5CA0}" srcOrd="0" destOrd="0" presId="urn:microsoft.com/office/officeart/2005/8/layout/default"/>
    <dgm:cxn modelId="{3446BFBC-EF00-4896-9184-73992E1025CB}" type="presParOf" srcId="{59866E05-AE49-407A-BDF9-0E05115186D1}" destId="{62B41510-758F-46D1-A825-61BA12EED32D}" srcOrd="0" destOrd="0" presId="urn:microsoft.com/office/officeart/2005/8/layout/default"/>
    <dgm:cxn modelId="{8430CBA7-BB1B-4873-A1DC-BAACD7F2E484}" type="presParOf" srcId="{59866E05-AE49-407A-BDF9-0E05115186D1}" destId="{B1D4C58A-0613-4EB6-8B5B-E76803BA42C1}" srcOrd="1" destOrd="0" presId="urn:microsoft.com/office/officeart/2005/8/layout/default"/>
    <dgm:cxn modelId="{6567B64E-0697-4F15-87A0-884AD7F66A5C}" type="presParOf" srcId="{59866E05-AE49-407A-BDF9-0E05115186D1}" destId="{5BF7B6D7-ADCA-49FC-B22D-335BB380DD49}" srcOrd="2" destOrd="0" presId="urn:microsoft.com/office/officeart/2005/8/layout/default"/>
    <dgm:cxn modelId="{AB33B5A9-5778-4F38-BE4A-FA9E81F7D6AF}" type="presParOf" srcId="{59866E05-AE49-407A-BDF9-0E05115186D1}" destId="{690A8555-C286-4200-BA74-622006A8405D}" srcOrd="3" destOrd="0" presId="urn:microsoft.com/office/officeart/2005/8/layout/default"/>
    <dgm:cxn modelId="{67EC9537-6E23-4F4F-81D6-6274DC013F49}" type="presParOf" srcId="{59866E05-AE49-407A-BDF9-0E05115186D1}" destId="{5E721853-EC59-44FB-98F0-0FB92F9CBF46}" srcOrd="4" destOrd="0" presId="urn:microsoft.com/office/officeart/2005/8/layout/default"/>
    <dgm:cxn modelId="{8B05981F-7A4F-4E85-AAFA-49E37F66C849}" type="presParOf" srcId="{59866E05-AE49-407A-BDF9-0E05115186D1}" destId="{F8C4A17F-F5F8-49FB-8753-F89183308102}" srcOrd="5" destOrd="0" presId="urn:microsoft.com/office/officeart/2005/8/layout/default"/>
    <dgm:cxn modelId="{BCB588EB-AEF9-432C-BDD2-2C079AE523C9}" type="presParOf" srcId="{59866E05-AE49-407A-BDF9-0E05115186D1}" destId="{14FD968F-A92F-4C45-A5F9-23FBCD7C5CA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B41510-758F-46D1-A825-61BA12EED32D}">
      <dsp:nvSpPr>
        <dsp:cNvPr id="0" name=""/>
        <dsp:cNvSpPr/>
      </dsp:nvSpPr>
      <dsp:spPr>
        <a:xfrm>
          <a:off x="0" y="107871"/>
          <a:ext cx="5122362" cy="1528873"/>
        </a:xfrm>
        <a:prstGeom prst="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Performed  exploratory data analysis</a:t>
          </a:r>
        </a:p>
      </dsp:txBody>
      <dsp:txXfrm>
        <a:off x="0" y="107871"/>
        <a:ext cx="5122362" cy="1528873"/>
      </dsp:txXfrm>
    </dsp:sp>
    <dsp:sp modelId="{5BF7B6D7-ADCA-49FC-B22D-335BB380DD49}">
      <dsp:nvSpPr>
        <dsp:cNvPr id="0" name=""/>
        <dsp:cNvSpPr/>
      </dsp:nvSpPr>
      <dsp:spPr>
        <a:xfrm>
          <a:off x="5578208" y="123022"/>
          <a:ext cx="4827595" cy="1528873"/>
        </a:xfrm>
        <a:prstGeom prst="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13333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-13333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1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Identified patterns and trends in data</a:t>
          </a:r>
        </a:p>
      </dsp:txBody>
      <dsp:txXfrm>
        <a:off x="5578208" y="123022"/>
        <a:ext cx="4827595" cy="1528873"/>
      </dsp:txXfrm>
    </dsp:sp>
    <dsp:sp modelId="{5E721853-EC59-44FB-98F0-0FB92F9CBF46}">
      <dsp:nvSpPr>
        <dsp:cNvPr id="0" name=""/>
        <dsp:cNvSpPr/>
      </dsp:nvSpPr>
      <dsp:spPr>
        <a:xfrm>
          <a:off x="2293" y="1924114"/>
          <a:ext cx="5287811" cy="1494060"/>
        </a:xfrm>
        <a:prstGeom prst="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26667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-26667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2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Created charts and graphs for better understanding</a:t>
          </a:r>
        </a:p>
      </dsp:txBody>
      <dsp:txXfrm>
        <a:off x="2293" y="1924114"/>
        <a:ext cx="5287811" cy="1494060"/>
      </dsp:txXfrm>
    </dsp:sp>
    <dsp:sp modelId="{14FD968F-A92F-4C45-A5F9-23FBCD7C5CA0}">
      <dsp:nvSpPr>
        <dsp:cNvPr id="0" name=""/>
        <dsp:cNvSpPr/>
      </dsp:nvSpPr>
      <dsp:spPr>
        <a:xfrm>
          <a:off x="5544917" y="1906708"/>
          <a:ext cx="4931813" cy="1528873"/>
        </a:xfrm>
        <a:prstGeom prst="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6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Generated meaningful information</a:t>
          </a:r>
        </a:p>
      </dsp:txBody>
      <dsp:txXfrm>
        <a:off x="5544917" y="1906708"/>
        <a:ext cx="4931813" cy="1528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855D7-52F5-77BC-2830-27B7A56C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7499" y="1680571"/>
            <a:ext cx="10479215" cy="4480560"/>
          </a:xfrm>
        </p:spPr>
        <p:txBody>
          <a:bodyPr/>
          <a:lstStyle/>
          <a:p>
            <a:r>
              <a:rPr lang="en-US" sz="5400" dirty="0"/>
              <a:t>Data Analytics Internship Portfolio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72C741E-975B-A6A4-B2D2-9FFE382CD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690" y="841248"/>
            <a:ext cx="10479024" cy="55778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6FC423-9FA8-72CF-8B60-DD3D586598A9}"/>
              </a:ext>
            </a:extLst>
          </p:cNvPr>
          <p:cNvSpPr txBox="1"/>
          <p:nvPr/>
        </p:nvSpPr>
        <p:spPr>
          <a:xfrm>
            <a:off x="1222408" y="3429000"/>
            <a:ext cx="4562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ApexPlanet</a:t>
            </a:r>
            <a:r>
              <a:rPr lang="en-US" sz="2400" b="1" dirty="0">
                <a:solidFill>
                  <a:schemeClr val="bg1"/>
                </a:solidFill>
              </a:rPr>
              <a:t> Software Pvt. Ltd.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Shreya Srivastava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Data Analyst Intern</a:t>
            </a:r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555064" cy="4479925"/>
          </a:xfrm>
        </p:spPr>
        <p:txBody>
          <a:bodyPr/>
          <a:lstStyle/>
          <a:p>
            <a:r>
              <a:rPr lang="en-US" dirty="0"/>
              <a:t>I am Shreya Srivastava, a passionate learner in Data Analytics.</a:t>
            </a:r>
          </a:p>
          <a:p>
            <a:r>
              <a:rPr lang="en-US" dirty="0"/>
              <a:t>I have strong interest in data analysis and visualization.</a:t>
            </a:r>
          </a:p>
          <a:p>
            <a:r>
              <a:rPr lang="en-US" dirty="0"/>
              <a:t>I enjoy working with data to find useful insights.</a:t>
            </a:r>
          </a:p>
          <a:p>
            <a:r>
              <a:rPr lang="en-US" dirty="0"/>
              <a:t>This internship helped me improve my practical skills.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F36F11-A50A-4347-9430-9522EAFC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E0E93-C6B0-0C8B-16D2-354982229D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/>
          <a:p>
            <a:r>
              <a:rPr lang="en-US" dirty="0"/>
              <a:t>Internship Overview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5F78833B-7AB1-4ACA-481D-CCCB3BC58AC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1115" b="1115"/>
          <a:stretch>
            <a:fillRect/>
          </a:stretch>
        </p:blipFill>
        <p:spPr>
          <a:xfrm>
            <a:off x="6111240" y="2231136"/>
            <a:ext cx="6080760" cy="4626864"/>
          </a:xfrm>
        </p:spPr>
      </p:pic>
    </p:spTree>
    <p:extLst>
      <p:ext uri="{BB962C8B-B14F-4D97-AF65-F5344CB8AC3E}">
        <p14:creationId xmlns:p14="http://schemas.microsoft.com/office/powerpoint/2010/main" val="174652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Internship Overview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Completed Data Analytics Internship.</a:t>
            </a:r>
          </a:p>
          <a:p>
            <a:r>
              <a:rPr lang="en-US" sz="3200" dirty="0"/>
              <a:t>Worked on real-world datasets.</a:t>
            </a:r>
          </a:p>
          <a:p>
            <a:r>
              <a:rPr lang="en-US" sz="3200" dirty="0"/>
              <a:t>Performed data cleaning and analysis.</a:t>
            </a:r>
          </a:p>
          <a:p>
            <a:r>
              <a:rPr lang="en-US" sz="3200" dirty="0"/>
              <a:t>Created dashboards and reports.</a:t>
            </a:r>
          </a:p>
          <a:p>
            <a:r>
              <a:rPr lang="en-US" sz="3200" dirty="0"/>
              <a:t>Tools Used: Excel, SQL, Power BI, Python.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CB087B-CB5E-35C5-3AD8-D1A6E1AF8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sz="2400" dirty="0"/>
              <a:t>Data Cleaning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6DA25-1172-208C-2C26-5E3AF67E11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Cleaned raw dataset by removing missing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Handled duplicates and incorrect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Standardized formats for consistency.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Prepared dataset for further analysis.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67E609C-CDC0-4AE2-42D6-1632E94F5A1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24309" b="24309"/>
          <a:stretch>
            <a:fillRect/>
          </a:stretch>
        </p:blipFill>
        <p:spPr>
          <a:xfrm>
            <a:off x="0" y="4462272"/>
            <a:ext cx="12188952" cy="2395728"/>
          </a:xfrm>
        </p:spPr>
      </p:pic>
    </p:spTree>
    <p:extLst>
      <p:ext uri="{BB962C8B-B14F-4D97-AF65-F5344CB8AC3E}">
        <p14:creationId xmlns:p14="http://schemas.microsoft.com/office/powerpoint/2010/main" val="170918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D1FD-9CC8-4CB0-8247-CFAB9069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sz="2400" dirty="0"/>
              <a:t>Data Analysis</a:t>
            </a:r>
            <a:br>
              <a:rPr lang="en-US" dirty="0"/>
            </a:b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0775B9-3753-DF33-4334-9918E70D89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38855" y="1736598"/>
            <a:ext cx="5650992" cy="557784"/>
          </a:xfrm>
        </p:spPr>
        <p:txBody>
          <a:bodyPr/>
          <a:lstStyle/>
          <a:p>
            <a:pPr algn="ctr"/>
            <a:r>
              <a:rPr lang="en-US" sz="2800" dirty="0"/>
              <a:t>Product launch timeline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814C5-5D60-0866-7B45-798BC7C8D1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CEC788-7D5B-77C1-4C52-99632CC5E5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769B7570-9CE2-450A-B65E-90521D28A10B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266081633"/>
              </p:ext>
            </p:extLst>
          </p:nvPr>
        </p:nvGraphicFramePr>
        <p:xfrm>
          <a:off x="990600" y="2631948"/>
          <a:ext cx="10479024" cy="3558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77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5D67-56B9-4DBB-5270-4A51BFCD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/>
          <a:lstStyle/>
          <a:p>
            <a:r>
              <a:rPr lang="en-US" dirty="0"/>
              <a:t>SQL &amp; Data Processing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A99276-CD22-5991-4B69-10020DC796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/>
          <a:lstStyle/>
          <a:p>
            <a:r>
              <a:rPr lang="en-US" sz="2400" dirty="0"/>
              <a:t>Used SQL queries to extract and analyze data</a:t>
            </a:r>
          </a:p>
          <a:p>
            <a:r>
              <a:rPr lang="en-US" sz="2400" dirty="0"/>
              <a:t>Performed filtering, grouping, and aggregation</a:t>
            </a:r>
          </a:p>
          <a:p>
            <a:r>
              <a:rPr lang="en-US" sz="2400" dirty="0"/>
              <a:t>Created structured datasets for reporting</a:t>
            </a:r>
          </a:p>
          <a:p>
            <a:r>
              <a:rPr lang="en-US" sz="2400" dirty="0"/>
              <a:t>Improved data handling skills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D930E-9FE8-F230-9BDF-13B15286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009CC1C-827D-D449-565A-A31D951028A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25703" r="25703"/>
          <a:stretch>
            <a:fillRect/>
          </a:stretch>
        </p:blipFill>
        <p:spPr>
          <a:xfrm>
            <a:off x="0" y="836676"/>
            <a:ext cx="3835400" cy="5184648"/>
          </a:xfrm>
        </p:spPr>
      </p:pic>
    </p:spTree>
    <p:extLst>
      <p:ext uri="{BB962C8B-B14F-4D97-AF65-F5344CB8AC3E}">
        <p14:creationId xmlns:p14="http://schemas.microsoft.com/office/powerpoint/2010/main" val="3986998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ACF3-596C-92A5-7AD1-A2B11C037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Final Project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B7C78-0890-627E-C852-B11CAB85CF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55D7DA9-95CF-02E1-C277-43DE44A404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1B32959-887C-3454-55E9-44F276121AC1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841248" y="1726129"/>
            <a:ext cx="6346609" cy="3405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complete data analytics project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business performance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interactive dashboard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Provided insights for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4050281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F643-9DF2-B730-72CE-75663E4FF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Key Learnings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5AA3C-075D-E8DD-D48B-DA9E07CBE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6CC4DA-19F4-7C4D-061C-177CEA11980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E482CA0-04EE-FE96-C182-E8BD3C7EC8C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46075" y="1728535"/>
            <a:ext cx="4695825" cy="2343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 Techniques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 Writing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Solving Skills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Data Analysis Experience</a:t>
            </a:r>
          </a:p>
        </p:txBody>
      </p:sp>
    </p:spTree>
    <p:extLst>
      <p:ext uri="{BB962C8B-B14F-4D97-AF65-F5344CB8AC3E}">
        <p14:creationId xmlns:p14="http://schemas.microsoft.com/office/powerpoint/2010/main" val="558281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03ED-5845-9B34-EF4D-77F260C5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Challenges &amp; Solutions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33A90-2ED2-EF64-F9B3-7807A3275B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0F3369D-2905-D3AD-BCFC-8DF0E7E85109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841248" y="1669645"/>
            <a:ext cx="7970452" cy="4213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Faced issues with missing and messy data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understanding complex datasets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Solved problems using logical thinking and tools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skills through practice</a:t>
            </a:r>
          </a:p>
        </p:txBody>
      </p:sp>
    </p:spTree>
    <p:extLst>
      <p:ext uri="{BB962C8B-B14F-4D97-AF65-F5344CB8AC3E}">
        <p14:creationId xmlns:p14="http://schemas.microsoft.com/office/powerpoint/2010/main" val="94722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B20A-89F5-0E83-2FBB-597A9E58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1F25F4-9D5B-F843-24A2-BF1F692DF9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AE480-D58D-8A4F-D9AD-3E0956702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B1D63F-3D4A-32C1-7F9D-E2E4B7246441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841248" y="1536827"/>
            <a:ext cx="6646371" cy="362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internship enhanced my technical skills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hands-on experience in data analytics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strong foundation for future career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Looking forward to more learning opportunities</a:t>
            </a:r>
          </a:p>
        </p:txBody>
      </p:sp>
    </p:spTree>
    <p:extLst>
      <p:ext uri="{BB962C8B-B14F-4D97-AF65-F5344CB8AC3E}">
        <p14:creationId xmlns:p14="http://schemas.microsoft.com/office/powerpoint/2010/main" val="155029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027D16-8477-9439-2912-A02011AD8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/>
          <a:p>
            <a:r>
              <a:rPr lang="en-US" dirty="0"/>
              <a:t>Thank You for your time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0</TotalTime>
  <Words>290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Light</vt:lpstr>
      <vt:lpstr>Arial</vt:lpstr>
      <vt:lpstr>Calibri</vt:lpstr>
      <vt:lpstr>Custom</vt:lpstr>
      <vt:lpstr>PowerPoint Presentation</vt:lpstr>
      <vt:lpstr>About Me</vt:lpstr>
      <vt:lpstr>  </vt:lpstr>
      <vt:lpstr>Internship Overview </vt:lpstr>
      <vt:lpstr>Data Cleaning </vt:lpstr>
      <vt:lpstr>Data Analysis </vt:lpstr>
      <vt:lpstr>SQL &amp; Data Processing </vt:lpstr>
      <vt:lpstr>Final Project </vt:lpstr>
      <vt:lpstr>Key Learnings</vt:lpstr>
      <vt:lpstr>Challenges &amp; Solutions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Shreya srivastava</dc:creator>
  <cp:lastModifiedBy>Shreya srivastava</cp:lastModifiedBy>
  <cp:revision>1</cp:revision>
  <dcterms:created xsi:type="dcterms:W3CDTF">2026-03-18T04:11:17Z</dcterms:created>
  <dcterms:modified xsi:type="dcterms:W3CDTF">2026-03-17T17:11:12Z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